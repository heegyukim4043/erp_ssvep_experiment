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45C356E-77E0-4A50-BB89-6D5B9A53707A}">
          <p14:sldIdLst>
            <p14:sldId id="256"/>
            <p14:sldId id="257"/>
          </p14:sldIdLst>
        </p14:section>
        <p14:section name="제목 없는 구역" id="{E6A2596E-8275-46C1-8AF8-C9D94C18D6FA}">
          <p14:sldIdLst>
            <p14:sldId id="258"/>
            <p14:sldId id="260"/>
            <p14:sldId id="259"/>
            <p14:sldId id="261"/>
          </p14:sldIdLst>
        </p14:section>
        <p14:section name="제목 없는 구역" id="{474CA93F-BD75-4AF4-9262-09C72762B616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79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5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9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107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05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94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52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12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71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08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82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930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20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5A841-6B3A-47E8-B9BC-970448BDBA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90AB7-8DE7-43DB-88EA-BCEF9812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45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12000" y="513000"/>
            <a:ext cx="10368000" cy="583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99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십자형 1"/>
            <p:cNvSpPr/>
            <p:nvPr/>
          </p:nvSpPr>
          <p:spPr>
            <a:xfrm>
              <a:off x="5286000" y="2619000"/>
              <a:ext cx="1620000" cy="1620000"/>
            </a:xfrm>
            <a:prstGeom prst="plus">
              <a:avLst>
                <a:gd name="adj" fmla="val 4092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4602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305656" y="2844224"/>
              <a:ext cx="3580688" cy="116955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0" dirty="0" smtClean="0">
                  <a:solidFill>
                    <a:srgbClr val="0070C0"/>
                  </a:solidFill>
                  <a:latin typeface="Arial Black" panose="020B0A04020102020204" pitchFamily="34" charset="0"/>
                </a:rPr>
                <a:t>Blue</a:t>
              </a:r>
              <a:endParaRPr lang="ko-KR" altLang="en-US" sz="7000" dirty="0">
                <a:solidFill>
                  <a:srgbClr val="0070C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330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305656" y="2844224"/>
              <a:ext cx="3580688" cy="116955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0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Blue</a:t>
              </a:r>
              <a:endParaRPr lang="ko-KR" altLang="en-US" sz="7000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619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305656" y="2844224"/>
              <a:ext cx="3580688" cy="116955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0" dirty="0" smtClean="0">
                  <a:solidFill>
                    <a:srgbClr val="0070C0"/>
                  </a:solidFill>
                  <a:latin typeface="Arial Black" panose="020B0A04020102020204" pitchFamily="34" charset="0"/>
                </a:rPr>
                <a:t>Red</a:t>
              </a:r>
              <a:endParaRPr lang="ko-KR" altLang="en-US" sz="7000" dirty="0">
                <a:solidFill>
                  <a:srgbClr val="0070C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189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305656" y="2844224"/>
              <a:ext cx="3580688" cy="116955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0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Red</a:t>
              </a:r>
              <a:endParaRPr lang="ko-KR" altLang="en-US" sz="7000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1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011171" y="1690062"/>
              <a:ext cx="10169657" cy="34778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22000" b="1" dirty="0" smtClean="0">
                  <a:solidFill>
                    <a:srgbClr val="0070C0"/>
                  </a:solidFill>
                  <a:latin typeface="Arial Black" panose="020B0A04020102020204" pitchFamily="34" charset="0"/>
                </a:rPr>
                <a:t>파랑</a:t>
              </a:r>
              <a:endParaRPr lang="ko-KR" altLang="en-US" sz="22000" b="1" dirty="0">
                <a:solidFill>
                  <a:srgbClr val="0070C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679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572986" y="1690062"/>
              <a:ext cx="9046028" cy="34778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220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파랑</a:t>
              </a:r>
              <a:endParaRPr lang="ko-KR" altLang="en-US" sz="2200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46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2000" y="513000"/>
            <a:ext cx="10368000" cy="5832000"/>
            <a:chOff x="912000" y="51300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2000" y="51300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2409825" y="1690062"/>
              <a:ext cx="7372350" cy="34778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22000" b="1" dirty="0" smtClean="0">
                  <a:solidFill>
                    <a:srgbClr val="0070C0"/>
                  </a:solidFill>
                  <a:latin typeface="Arial Black" panose="020B0A04020102020204" pitchFamily="34" charset="0"/>
                </a:rPr>
                <a:t>빨강</a:t>
              </a:r>
              <a:endParaRPr lang="ko-KR" altLang="en-US" sz="22000" b="1" dirty="0">
                <a:solidFill>
                  <a:srgbClr val="0070C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858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911999" y="570150"/>
            <a:ext cx="10368000" cy="5832000"/>
            <a:chOff x="911999" y="570150"/>
            <a:chExt cx="10368000" cy="5832000"/>
          </a:xfrm>
        </p:grpSpPr>
        <p:sp>
          <p:nvSpPr>
            <p:cNvPr id="4" name="직사각형 3"/>
            <p:cNvSpPr/>
            <p:nvPr/>
          </p:nvSpPr>
          <p:spPr>
            <a:xfrm>
              <a:off x="911999" y="570150"/>
              <a:ext cx="10368000" cy="583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536245" y="1747212"/>
              <a:ext cx="9119507" cy="34778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220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빨강</a:t>
              </a:r>
              <a:endParaRPr lang="ko-KR" altLang="en-US" sz="2200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810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</Words>
  <Application>Microsoft Office PowerPoint</Application>
  <PresentationFormat>와이드스크린</PresentationFormat>
  <Paragraphs>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Bio_lab_HG</dc:creator>
  <cp:lastModifiedBy>biolab</cp:lastModifiedBy>
  <cp:revision>16</cp:revision>
  <dcterms:created xsi:type="dcterms:W3CDTF">2025-11-09T06:54:31Z</dcterms:created>
  <dcterms:modified xsi:type="dcterms:W3CDTF">2025-12-23T06:52:00Z</dcterms:modified>
</cp:coreProperties>
</file>